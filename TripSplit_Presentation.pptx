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7C3AED"/>
                </a:solidFill>
                <a:latin typeface="Arial"/>
              </a:defRPr>
            </a:pPr>
            <a:r>
              <a:t>TRIPSPLIT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  <a:latin typeface="Arial"/>
              </a:defRPr>
            </a:pPr>
            <a:r>
              <a:t>Student Travel Budget &amp; Route Optimizer</a:t>
            </a:r>
          </a:p>
          <a:p>
            <a:pPr>
              <a:spcBef>
                <a:spcPts val="1500"/>
              </a:spcBef>
              <a:defRPr sz="1600">
                <a:solidFill>
                  <a:srgbClr val="6B7280"/>
                </a:solidFill>
                <a:latin typeface="Arial"/>
              </a:defRPr>
            </a:pPr>
            <a:r>
              <a:t>An Intelligent Multi-City Itinerary Generator &amp; Group Expense Splitter for India</a:t>
            </a:r>
          </a:p>
          <a:p>
            <a:pPr>
              <a:spcBef>
                <a:spcPts val="3000"/>
              </a:spcBef>
              <a:defRPr sz="1400">
                <a:solidFill>
                  <a:srgbClr val="10B981"/>
                </a:solidFill>
                <a:latin typeface="Arial"/>
              </a:defRPr>
            </a:pPr>
            <a:r>
              <a:t>College Final Project Presentation •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Problem Statement &amp;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❌  Budget Confusion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Students struggle to balance total group budgets vs per-person shares, leading to inaccurate financial planning.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❌  Manual Routing Effort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Creating multi-day itineraries manually across multiple Indian cities takes hours of research with unpredictable venue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❌  Oversimplified Planners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Generic travel tools recommend generic locations without catering to student budget constraints or local travel options.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❌  Expense Splitting Friction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Group trips often suffer from unorganized shared bill tracking, causing awkward financial settlements post-trip.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The TripSplit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7C3AED"/>
                </a:solidFill>
              </a:defRPr>
            </a:pPr>
            <a:r>
              <a:t>✨  Smart Budget Splitter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Automatically breaks down total budget into Transport, Stay, Food, Local Travel, and Buffer with per-person calculations.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7C3AED"/>
                </a:solidFill>
              </a:defRPr>
            </a:pPr>
            <a:r>
              <a:t>✨  Budget-Free Sightseeing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All tourist entry tickets are computed as budget-free, maximizing sightseeing options without depleting hotel/food funds.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7C3AED"/>
                </a:solidFill>
              </a:defRPr>
            </a:pPr>
            <a:r>
              <a:t>✨  5 Unique Itinerary Styles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Generates 5 comparative plans: Best Overall, Cheapest Trip, Slow &amp; Relaxed, More Places, and Better Stay.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7C3AED"/>
                </a:solidFill>
              </a:defRPr>
            </a:pPr>
            <a:r>
              <a:t>✨  Integrated Group Ledger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Includes a built-in group expense manager with equal/custom splits, settlement reports, and analytics charts.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System Architecture &amp; 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7C3AED"/>
                </a:solidFill>
              </a:defRPr>
            </a:pPr>
            <a:r>
              <a:t>Frontend Layer</a:t>
            </a:r>
          </a:p>
          <a:p>
            <a:pPr>
              <a:spcBef>
                <a:spcPts val="1400"/>
              </a:spcBef>
              <a:defRPr sz="1300">
                <a:solidFill>
                  <a:srgbClr val="1F2937"/>
                </a:solidFill>
              </a:defRPr>
            </a:pPr>
            <a:r>
              <a:t>Vanilla HTML5, CSS3, ES6+ JavaScript</a:t>
            </a:r>
            <a:br/>
            <a:r>
              <a:t>• TripAdvisor-Grade Responsive Design</a:t>
            </a:r>
            <a:br/>
            <a:r>
              <a:t>• Leaflet.js Interactive Maps</a:t>
            </a:r>
            <a:br/>
            <a:r>
              <a:t>• Single-Page App (SPA) Navigation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7C3AED"/>
                </a:solidFill>
              </a:defRPr>
            </a:pPr>
            <a:r>
              <a:t>Backend Services</a:t>
            </a:r>
          </a:p>
          <a:p>
            <a:pPr>
              <a:spcBef>
                <a:spcPts val="1400"/>
              </a:spcBef>
              <a:defRPr sz="1300">
                <a:solidFill>
                  <a:srgbClr val="1F2937"/>
                </a:solidFill>
              </a:defRPr>
            </a:pPr>
            <a:r>
              <a:t>Python 3 &amp; FastAPI Framework</a:t>
            </a:r>
            <a:br/>
            <a:r>
              <a:t>• High-performance RESTful API endpoints</a:t>
            </a:r>
            <a:br/>
            <a:r>
              <a:t>• Knapsack-style Budget Allocation Engine</a:t>
            </a:r>
            <a:br/>
            <a:r>
              <a:t>• Uvicorn ASGI Server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7C3AED"/>
                </a:solidFill>
              </a:defRPr>
            </a:pPr>
            <a:r>
              <a:t>External APIs &amp; Data</a:t>
            </a:r>
          </a:p>
          <a:p>
            <a:pPr>
              <a:spcBef>
                <a:spcPts val="1400"/>
              </a:spcBef>
              <a:defRPr sz="1300">
                <a:solidFill>
                  <a:srgbClr val="1F2937"/>
                </a:solidFill>
              </a:defRPr>
            </a:pPr>
            <a:r>
              <a:t>OpenStreetMap Ecosystem</a:t>
            </a:r>
            <a:br/>
            <a:r>
              <a:t>• Nominatim Geocoding API</a:t>
            </a:r>
            <a:br/>
            <a:r>
              <a:t>• Overpass POI API (Hotels, Dining, Sights)</a:t>
            </a:r>
            <a:br/>
            <a:r>
              <a:t>• Local Real-World Offline Database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Optimization Heuristics &amp; Knapsack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1. Bounding Box &amp; Geocoding  —  </a:t>
            </a:r>
            <a:r>
              <a:rPr sz="1300" b="0">
                <a:solidFill>
                  <a:srgbClr val="1F2937"/>
                </a:solidFill>
              </a:rPr>
              <a:t>Converts city inputs into precise lat/lon coordinates. Applies dense 5km radius bounding box capping for metro cities to optimize query times.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2. Heuristic Categorization  —  </a:t>
            </a:r>
            <a:r>
              <a:rPr sz="1300" b="0">
                <a:solidFill>
                  <a:srgbClr val="1F2937"/>
                </a:solidFill>
              </a:rPr>
              <a:t>Classifies venues into Stays, Dining, and Attractions with utility scores (0-100) and cost estimates based on group size and travel duration.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3. Budget Partitioning  —  </a:t>
            </a:r>
            <a:r>
              <a:rPr sz="1300" b="0">
                <a:solidFill>
                  <a:srgbClr val="1F2937"/>
                </a:solidFill>
              </a:rPr>
              <a:t>Allocates funds across fixed categories (Transport, Accommodation, Food, Local Travel) with a minimum 10% safety buffer.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21208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4. Timeline Distribution  —  </a:t>
            </a:r>
            <a:r>
              <a:rPr sz="1300" b="0">
                <a:solidFill>
                  <a:srgbClr val="1F2937"/>
                </a:solidFill>
              </a:rPr>
              <a:t>Sequentially slots attractions into Morning, Afternoon, Evening, and Night segments, generating balanced day-by-day itineraries.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Key Features &amp; Functionalities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🇮🇳 India-Centric Travel Data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Tailored exclusively for Indian destinations with train (3AC, Sleeper), flight, and cab transport modes.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⚡ High-Reliability Fallback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Includes rich offline venue catalogs for major Indian hubs (Delhi, Mumbai, Goa, Jaipur) for zero downtime.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📊 Side-by-Side Comparison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Modal view allowing users to compare budget breakdowns and highlights across all 5 trip options simultaneously.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💱 Currency Converter &amp; Seasons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t>Integrated INR currency converter and seasonal monthly indicators (e.g. August - Monsoon, Jan - Winter).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Group Expense Splitter (Ledger)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💰 Multi-Member Support</a:t>
            </a:r>
          </a:p>
          <a:p>
            <a:pPr>
              <a:spcBef>
                <a:spcPts val="1400"/>
              </a:spcBef>
              <a:defRPr sz="1300">
                <a:solidFill>
                  <a:srgbClr val="6B7280"/>
                </a:solidFill>
              </a:defRPr>
            </a:pPr>
            <a:r>
              <a:t>Customizable member list (e.g. Somya, Amit, Priya, Rohan) with dynamic payer dropdowns.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💰 Split Options</a:t>
            </a:r>
          </a:p>
          <a:p>
            <a:pPr>
              <a:spcBef>
                <a:spcPts val="1400"/>
              </a:spcBef>
              <a:defRPr sz="1300">
                <a:solidFill>
                  <a:srgbClr val="6B7280"/>
                </a:solidFill>
              </a:defRPr>
            </a:pPr>
            <a:r>
              <a:t>Supports Equal splits across all group members or custom per-person amounts.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💰 Smart Settlement</a:t>
            </a:r>
          </a:p>
          <a:p>
            <a:pPr>
              <a:spcBef>
                <a:spcPts val="1400"/>
              </a:spcBef>
              <a:defRPr sz="1300">
                <a:solidFill>
                  <a:srgbClr val="6B7280"/>
                </a:solidFill>
              </a:defRPr>
            </a:pPr>
            <a:r>
              <a:t>Calculates net balances to minimize total transactions needed to clear debts.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F3F4F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💰 Analytics Charts</a:t>
            </a:r>
          </a:p>
          <a:p>
            <a:pPr>
              <a:spcBef>
                <a:spcPts val="1400"/>
              </a:spcBef>
              <a:defRPr sz="1300">
                <a:solidFill>
                  <a:srgbClr val="6B7280"/>
                </a:solidFill>
              </a:defRPr>
            </a:pPr>
            <a:r>
              <a:t>Visual pie and bar charts for category-wise expense distribution.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Deployment &amp; Performance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⚡ Vercel Serverless Architecture: </a:t>
            </a:r>
            <a:r>
              <a:rPr sz="1300" b="0">
                <a:solidFill>
                  <a:srgbClr val="1F2937"/>
                </a:solidFill>
              </a:rPr>
              <a:t>Deployed via @vercel/python with API routing (/api/*) and static asset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⚡ Sub-3s Response Capping: </a:t>
            </a:r>
            <a:r>
              <a:rPr sz="1300" b="0">
                <a:solidFill>
                  <a:srgbClr val="1F2937"/>
                </a:solidFill>
              </a:rPr>
              <a:t>Strict 3-second HTTP timeouts across external calls eliminate Vercel serverless function invocation failures.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⚡ Read-Only Filesystem Resilience: </a:t>
            </a:r>
            <a:r>
              <a:rPr sz="1300" b="0">
                <a:solidFill>
                  <a:srgbClr val="1F2937"/>
                </a:solidFill>
              </a:rPr>
              <a:t>Safe handling of serverless read-only filesystems using /tmp transient caching.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212080"/>
            <a:ext cx="1069848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⚡ Client-Side Caching: </a:t>
            </a:r>
            <a:r>
              <a:rPr sz="1300" b="0">
                <a:solidFill>
                  <a:srgbClr val="1F2937"/>
                </a:solidFill>
              </a:rPr>
              <a:t>Uses LocalStorage to persist user preferences, group members, and saved venue bookmarks.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Arial"/>
              </a:defRPr>
            </a:pPr>
            <a:r>
              <a:t>TRIPSPLIT COLLEGE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937"/>
                </a:solidFill>
                <a:latin typeface="Arial"/>
              </a:defRPr>
            </a:pPr>
            <a:r>
              <a:t>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🚀  Live IRCTC / Airline API Integration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Direct real-time train seat availability and live flight ticket pricing.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🚀  Collaborative Trip Planning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Real-time multi-user editing via WebSockets for group travel decision making.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🚀  AI Personalization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Machine learning recommendations based on past user travel preferences and dietary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0116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🚀  Native Mobile App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Cross-platform mobile implementation using React Native / Flutter.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7C3AED"/>
                </a:solidFill>
                <a:latin typeface="Arial"/>
              </a:defRPr>
            </a:pPr>
            <a:r>
              <a:t>Thank You!</a:t>
            </a:r>
          </a:p>
          <a:p>
            <a:pPr>
              <a:spcBef>
                <a:spcPts val="1000"/>
              </a:spcBef>
              <a:defRPr sz="2400" b="1">
                <a:solidFill>
                  <a:srgbClr val="FFFFFF"/>
                </a:solidFill>
              </a:defRPr>
            </a:pPr>
            <a:r>
              <a:t>TripSplit — Student Travel Budget &amp; Route Optimizer</a:t>
            </a:r>
          </a:p>
          <a:p>
            <a:pPr>
              <a:spcBef>
                <a:spcPts val="2000"/>
              </a:spcBef>
              <a:defRPr sz="1800">
                <a:solidFill>
                  <a:srgbClr val="10B981"/>
                </a:solidFill>
              </a:defRPr>
            </a:pPr>
            <a:r>
              <a:t>Questions &amp; Feedback are welcome!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